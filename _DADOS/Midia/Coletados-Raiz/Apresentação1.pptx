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 Almeida" initials="WA" lastIdx="1" clrIdx="0">
    <p:extLst>
      <p:ext uri="{19B8F6BF-5375-455C-9EA6-DF929625EA0E}">
        <p15:presenceInfo xmlns:p15="http://schemas.microsoft.com/office/powerpoint/2012/main" userId="cf4955d0ae6192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>
        <p:scale>
          <a:sx n="100" d="100"/>
          <a:sy n="100" d="100"/>
        </p:scale>
        <p:origin x="7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CCE82-CACA-32F7-2902-27E41B1F2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93C430-DDD0-2AC6-CEDB-907BFBD66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9B99A4-EDA9-E5D2-5114-427F2619F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1F9114-25B4-EFF3-9616-0BFE9D3B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41EADD-6618-CB51-20A1-0413E06A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8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44DBB-FFD0-2752-9996-B085D51E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AAD731-49B6-01C6-3F0D-F607973C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AE9B3-9CF6-988B-233C-F84D45D0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E22773-568E-0C1C-D463-91B56570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79101-74EA-51C9-1E2B-DF78E1BB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19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4BAA5-1746-D25D-897A-179C889D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BBBC59-6CB1-B0B8-A3AF-8E68212F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CCDC3F-0206-6084-58C6-C6089BD3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49AAB9-526A-C110-6C3D-BB423118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6D61B2-0D97-EBF7-49C5-23071FDE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74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C9A6D-60A1-61F3-4E86-DF043EDF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6F78E-AEE0-494E-BFE7-FAAA88484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F908CE-C372-6285-3822-B80DF13AA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4E5F87-9F18-282D-C028-50A71AB0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66EF08-A6C6-5CEF-2927-79F902FF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20E4C5-A5EE-8D15-DD5C-5C1D8433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2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4F56F-F246-07AF-7C79-D7706BFC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40800D-6A4A-08B9-9AC1-4818CFBA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53BF1B-03FF-64CF-27FF-C7488038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1DFD4A-A122-A661-D054-D32355EFF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43F9EC-E27C-664B-3C47-25C6B55E9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BE910B-D002-8444-BE0F-6B172FF2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C8C1D4-2A41-98B8-0A3D-06A97496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0D3B6F-662F-30AB-842E-734BE15D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28FDA-8048-0E68-4E53-6B3C4C54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FC7CE6-5F12-D062-9965-77D6810C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49F682-3F31-99A3-0065-ABD55F2C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61C31E-27D0-EA0E-0FE4-D872DC31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67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DB3D54-2D03-3DA6-25A3-E0F97D86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FCCDAB-BF25-12CB-649F-2F7137E2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CD4BB-AA25-98FF-3B7C-7F3AE75D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0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E841E-75D1-A9A9-1BB1-85A3368E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C2498-0BB7-43E1-BD39-CA0B888A6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F7566B-F4EF-0233-22ED-389A9A511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C808E9-4E8B-ACBB-1741-3895BB83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FAC96D-2784-4474-F747-2C3C6E90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98A7DD-519D-05AB-482C-DE9F20EC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62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06455-96FD-2184-6803-35B4FFBB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112409-116F-8CC4-5EC0-1A2909B7E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F1DFFE-1AFA-DFB2-A65B-EC3625531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A79288-D4A5-2070-FD04-6D4A99A3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9FEA5A-E2C0-17B5-DD42-4016E7F4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779176-3175-24F6-7A95-44EC87CD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06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5C7CF-FB81-6D1B-11BB-78819CD8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2A9558-CD86-AF26-73AE-7B3EE3C95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D71394-9693-3E81-0973-FADF7A8F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4736E1-A031-15A3-0935-FA1D00A7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17F53-98D4-143B-397B-7BF962EF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52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E226D1-2A95-984E-57BF-42772AD7F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E04509-6822-0164-73BD-6E370157C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6FF294-56BF-8E54-905F-FB796A30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0D44A6-E307-4E7A-1EB7-330E01E2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1FEC64-D4B3-A2FA-A0BF-4DF0B9FA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95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E939ECA-2FD8-72EB-2937-C8136A05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F29704-7807-2004-DC44-60D6FCDBF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80EC32-68F7-6D74-30C0-BE6ED0BEC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5EC64-7992-45DD-B45A-FC6D255639BE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8172FF-0437-CB88-B02C-33A3E04D3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9D762E-44D6-B309-D699-A95B52F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23005-AF6A-43FC-94E1-48B8C8104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92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206060-31B0-66AE-B01C-79A32D69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410"/>
            <a:ext cx="12192000" cy="55711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6A480E5-D39F-24C5-4C1D-CF7CB556B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19" y="3285147"/>
            <a:ext cx="294554" cy="1438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50ECD45-4B6B-8DDF-2892-19D09E741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341" y="3024473"/>
            <a:ext cx="4477375" cy="24318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6A28CBE-D4AE-9733-1071-39CC23F7F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288" y="3024474"/>
            <a:ext cx="4165566" cy="243183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2653CC8B-2AF0-5E9F-601E-B63E9F6254A1}"/>
              </a:ext>
            </a:extLst>
          </p:cNvPr>
          <p:cNvSpPr/>
          <p:nvPr/>
        </p:nvSpPr>
        <p:spPr>
          <a:xfrm>
            <a:off x="547688" y="3428999"/>
            <a:ext cx="466725" cy="143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E49519-9C30-C1F7-D206-770C74F066CC}"/>
              </a:ext>
            </a:extLst>
          </p:cNvPr>
          <p:cNvSpPr txBox="1"/>
          <p:nvPr/>
        </p:nvSpPr>
        <p:spPr>
          <a:xfrm>
            <a:off x="582473" y="3249351"/>
            <a:ext cx="1055826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Descritivo do Item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2B89270-16BC-CE3D-5156-B389A1AAEBE0}"/>
              </a:ext>
            </a:extLst>
          </p:cNvPr>
          <p:cNvSpPr/>
          <p:nvPr/>
        </p:nvSpPr>
        <p:spPr>
          <a:xfrm>
            <a:off x="1585190" y="3276166"/>
            <a:ext cx="695326" cy="143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36240B5-E574-856E-4C2E-2B7436AD5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043" y="3312129"/>
            <a:ext cx="933620" cy="116703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96922C48-9ED9-F522-8EB7-DB263DC8BA95}"/>
              </a:ext>
            </a:extLst>
          </p:cNvPr>
          <p:cNvSpPr/>
          <p:nvPr/>
        </p:nvSpPr>
        <p:spPr>
          <a:xfrm>
            <a:off x="2399663" y="2761673"/>
            <a:ext cx="9653792" cy="3195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BDE3E0B-12CA-F878-8A44-71086DD5F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899" y="2881568"/>
            <a:ext cx="11039042" cy="1967523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39F5EC06-740E-10D1-C296-851C4ED4CE3B}"/>
              </a:ext>
            </a:extLst>
          </p:cNvPr>
          <p:cNvSpPr/>
          <p:nvPr/>
        </p:nvSpPr>
        <p:spPr>
          <a:xfrm>
            <a:off x="11743218" y="2881568"/>
            <a:ext cx="1071601" cy="214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7B3C333-0109-FC10-E5C6-6B5718045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9664" y="5342928"/>
            <a:ext cx="10850312" cy="51442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EEBFEC14-950D-8117-BB1A-21E2AE6FFD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5743" y="4820135"/>
            <a:ext cx="10850313" cy="51442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2D24AA6-D618-2240-61F8-F3CBC4553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633" y="3515308"/>
            <a:ext cx="2210108" cy="27626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285371B4-9683-E5CA-531A-008A99278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633" y="3795332"/>
            <a:ext cx="2210108" cy="276264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52ADC997-057E-5B44-6522-110ECB2A4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96" y="5915934"/>
            <a:ext cx="2049230" cy="27626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3574E89B-D798-00D5-89CB-8E565F7870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80" y="4084374"/>
            <a:ext cx="2210108" cy="276264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82E081A-DA93-6AF9-9512-74A120EC01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80" y="4599387"/>
            <a:ext cx="2210108" cy="27626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0776EBE-2862-3B14-C45F-839B5A2130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633" y="4324764"/>
            <a:ext cx="2210108" cy="276264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47146971-80C4-8D5E-BC8C-5355D9429C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53" y="4853260"/>
            <a:ext cx="2210108" cy="276264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A0FD3B72-1E5A-B35A-3221-C09C590BCC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233" y="5116768"/>
            <a:ext cx="2210108" cy="276264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0ED1B74F-F568-47A0-E959-36528B7234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406" y="5389414"/>
            <a:ext cx="2210108" cy="276264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DE2E7F1C-EE4C-D7B5-2B34-889D31A670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53" y="5624157"/>
            <a:ext cx="2210108" cy="276264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B9AA145C-35B3-FCB3-E68E-7B0F6D1B1F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2288" y="5865721"/>
            <a:ext cx="10850312" cy="514422"/>
          </a:xfrm>
          <a:prstGeom prst="rect">
            <a:avLst/>
          </a:prstGeom>
        </p:spPr>
      </p:pic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4E9D55AB-58ED-DFFD-69BF-E50D6787262C}"/>
              </a:ext>
            </a:extLst>
          </p:cNvPr>
          <p:cNvCxnSpPr>
            <a:cxnSpLocks/>
          </p:cNvCxnSpPr>
          <p:nvPr/>
        </p:nvCxnSpPr>
        <p:spPr>
          <a:xfrm>
            <a:off x="287919" y="5901805"/>
            <a:ext cx="168124" cy="155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918FFF5F-F750-FE1A-1D24-84F19EA59A8B}"/>
              </a:ext>
            </a:extLst>
          </p:cNvPr>
          <p:cNvCxnSpPr>
            <a:cxnSpLocks/>
          </p:cNvCxnSpPr>
          <p:nvPr/>
        </p:nvCxnSpPr>
        <p:spPr>
          <a:xfrm>
            <a:off x="287919" y="6126236"/>
            <a:ext cx="168124" cy="155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m 50">
            <a:extLst>
              <a:ext uri="{FF2B5EF4-FFF2-40B4-BE49-F238E27FC236}">
                <a16:creationId xmlns:a16="http://schemas.microsoft.com/office/drawing/2014/main" id="{66E5F506-0F80-9828-31D1-69266D2327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96" y="6194156"/>
            <a:ext cx="2049230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20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Almeida</dc:creator>
  <cp:lastModifiedBy>William Almeida</cp:lastModifiedBy>
  <cp:revision>1</cp:revision>
  <dcterms:created xsi:type="dcterms:W3CDTF">2025-12-16T17:15:45Z</dcterms:created>
  <dcterms:modified xsi:type="dcterms:W3CDTF">2025-12-16T17:15:52Z</dcterms:modified>
</cp:coreProperties>
</file>